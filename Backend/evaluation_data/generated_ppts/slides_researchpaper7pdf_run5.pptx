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 will present MAS-ZERO, a novel framework for automatic multi-agent system design that operates without supervision.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multi-agent systems rely on static, manual designs that fail to adapt to novel tasks. We address this by enabling dynamic, instance-specific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goal is to automate the design of multi-agent systems for individual problems. This involves dynamic decomposition and configuration without prior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methods either rely on costly manual design or static automatic tuning. MAS-ZERO bridges this gap by enabling dynamic, inference-time adaptation.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uses a meta-agent to decompose problems and assign specific agent blocks. It iteratively refines these assignments based on solvability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relies on code templates for building blocks like CoT and Debate. Parameters such as temperature and debate rounds are dynamically adjusted.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evaluated MAS-ZERO across diverse benchmarks including math, coding, and agentic tasks. Comparisons were made against strong manual and automatic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 demonstrates significant performance gains, with up to 16.69% improvement in reasoning. It also maintains cost efficiency relative to baseline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iterative meta-feedback loop is key to performance gains. The system adapts effectively across different LLM backbones and task complexities.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primary contribution is the first inference-time, zero-supervision framework for MAS design. It offers practical advantages through dynamic complexity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focused on LLM communication, future work will integrate external tools. This framework paves the way for autonomous, adaptive agent ecosystems.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5303520" cy="3840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F46E5"/>
                </a:solidFill>
                <a:latin typeface="Calibri"/>
              </a:rPr>
              <a:t>RESEARCHX • FINAL-YEAR PROJECT DEFENSE &amp;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MAS-ZERO: Designing Multi-Agent Systems with Zero Supervision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Comprehensive investigation and evaluation presented for academic defense.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51206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246120"/>
            <a:ext cx="512064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4F46E5"/>
                </a:solidFill>
                <a:latin typeface="Calibri"/>
              </a:rPr>
              <a:t>RESEARCH IDENTITY &amp; INVESTIGATORS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49039"/>
            <a:ext cx="46634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Paper Title: </a:t>
            </a:r>
            <a:r>
              <a:rPr sz="1500">
                <a:solidFill>
                  <a:srgbClr val="334155"/>
                </a:solidFill>
                <a:latin typeface="Calibri"/>
              </a:rPr>
              <a:t>MAS-ZERO: Designing Multi-Agent Systems with Zero Supervision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Authors &amp; Affiliation: </a:t>
            </a:r>
            <a:r>
              <a:rPr sz="1500">
                <a:solidFill>
                  <a:srgbClr val="334155"/>
                </a:solidFill>
                <a:latin typeface="Calibri"/>
              </a:rPr>
              <a:t>Zixuan Ke, Austin Xu, Yifei Ming, Xuan-Phi Nguyen, Ryan Chin, Caiming Xiong, Shafiq Joty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3246120"/>
            <a:ext cx="51206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3246120"/>
            <a:ext cx="512064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TARGET VENUE &amp; CORE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3749039"/>
            <a:ext cx="46634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Target Venue / Domain: </a:t>
            </a:r>
            <a:r>
              <a:rPr sz="1350">
                <a:solidFill>
                  <a:srgbClr val="334155"/>
                </a:solidFill>
                <a:latin typeface="Calibri"/>
              </a:rPr>
              <a:t>NeurIPS 2025 Workshop: Scaling Environments for Agents (SEA)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Core Research Theme: </a:t>
            </a:r>
            <a:r>
              <a:rPr sz="1350">
                <a:solidFill>
                  <a:srgbClr val="334155"/>
                </a:solidFill>
                <a:latin typeface="Calibri"/>
              </a:rPr>
              <a:t>Self-evolved, inference-time framework for automatic multi-agent system design without validation sets.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 b="1">
                <a:solidFill>
                  <a:srgbClr val="0F172A"/>
                </a:solidFill>
                <a:latin typeface="Calibri"/>
              </a:rPr>
              <a:t>             •             Slide 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RESEARCH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Research Motivation &amp; Real-World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Manual MAS designs fail to align with LLM strengths and lack adaptability for novel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02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SCIENTIFIC CHALLENGES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Scientific Challenge: </a:t>
            </a:r>
            <a:r>
              <a:rPr sz="1350">
                <a:solidFill>
                  <a:srgbClr val="334155"/>
                </a:solidFill>
                <a:latin typeface="Calibri"/>
              </a:rPr>
              <a:t>Standalone LLMs struggle with intricate problems requiring diverse capabilities and multi-step reasoning.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Industry &amp; Academic Urgency: </a:t>
            </a:r>
            <a:r>
              <a:rPr sz="1350">
                <a:solidFill>
                  <a:srgbClr val="334155"/>
                </a:solidFill>
                <a:latin typeface="Calibri"/>
              </a:rPr>
              <a:t>Manual agent role design is labor-intensive and often misaligned with underlying model capabilities.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INDUSTRY URGENCY &amp; RESEARCH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Critical Bottleneck: </a:t>
            </a:r>
            <a:r>
              <a:rPr sz="1350">
                <a:solidFill>
                  <a:srgbClr val="334155"/>
                </a:solidFill>
                <a:latin typeface="Calibri"/>
              </a:rPr>
              <a:t>Existing automatic MAS approaches require validation sets and yield static, inflexible designs.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Research Opportunity: </a:t>
            </a:r>
            <a:r>
              <a:rPr sz="1350">
                <a:solidFill>
                  <a:srgbClr val="334155"/>
                </a:solidFill>
                <a:latin typeface="Calibri"/>
              </a:rPr>
              <a:t>Developing inference-time frameworks that dynamically adapt agent configurations to specific problem instances.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Problem Formulation &amp; Core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The primary objective is to design effective MAS configurations tailored to each problem instance.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PROBLEM FORMULATION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Primary Objective: </a:t>
            </a:r>
            <a:r>
              <a:rPr sz="1350">
                <a:solidFill>
                  <a:srgbClr val="334155"/>
                </a:solidFill>
                <a:latin typeface="Calibri"/>
              </a:rPr>
              <a:t>Design effective agent connections and configurations for specific problems without validation data.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Secondary Aims: </a:t>
            </a:r>
            <a:r>
              <a:rPr sz="1350">
                <a:solidFill>
                  <a:srgbClr val="334155"/>
                </a:solidFill>
                <a:latin typeface="Calibri"/>
              </a:rPr>
              <a:t>Enable dynamic problem decomposition and agent composition through meta-level feedback mechanisms.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CORE RESEARCH OBJECTIVES &amp;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Theoretical Scope: </a:t>
            </a:r>
            <a:r>
              <a:rPr sz="1350">
                <a:solidFill>
                  <a:srgbClr val="334155"/>
                </a:solidFill>
                <a:latin typeface="Calibri"/>
              </a:rPr>
              <a:t>Focuses on LLM-to-LLM communication, excluding external environmental tools in the core architecture.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Expected Outcome: </a:t>
            </a:r>
            <a:r>
              <a:rPr sz="1350">
                <a:solidFill>
                  <a:srgbClr val="334155"/>
                </a:solidFill>
                <a:latin typeface="Calibri"/>
              </a:rPr>
              <a:t>A self-evolved framework that iteratively designs, critiques, and refines MAS configurations.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LITERATURE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Related Work &amp; Limitations of Existing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Prior approaches suffer from static designs, validation set dependency, and lack of reduction flexibility.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STATE-OF-THE-ART &amp; PRIOR APPROACHES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Foundational Approaches: </a:t>
            </a:r>
            <a:r>
              <a:rPr sz="1350">
                <a:solidFill>
                  <a:srgbClr val="334155"/>
                </a:solidFill>
                <a:latin typeface="Calibri"/>
              </a:rPr>
              <a:t>Handcrafted MAS with human-designed roles and inter-agent communication protocols.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Inherent Constraints: </a:t>
            </a:r>
            <a:r>
              <a:rPr sz="1350">
                <a:solidFill>
                  <a:srgbClr val="334155"/>
                </a:solidFill>
                <a:latin typeface="Calibri"/>
              </a:rPr>
              <a:t>Manual designs struggle to adapt to novel tasks and align with specific LLM strengths.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CRITICAL BOTTLENECKS &amp; BRIDGED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Efficiency Bottlenecks: </a:t>
            </a:r>
            <a:r>
              <a:rPr sz="1350">
                <a:solidFill>
                  <a:srgbClr val="334155"/>
                </a:solidFill>
                <a:latin typeface="Calibri"/>
              </a:rPr>
              <a:t>Automatic MAS approaches typically necessitate validation sets for tuning, limiting generalization.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Identified Research Gap: </a:t>
            </a:r>
            <a:r>
              <a:rPr sz="1350">
                <a:solidFill>
                  <a:srgbClr val="334155"/>
                </a:solidFill>
                <a:latin typeface="Calibri"/>
              </a:rPr>
              <a:t>Lack of inference-time adaptability and flexibility to reduce to simpler systems when appropriate.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Proposed Architecture &amp; Theoretical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MAS-ZERO employs meta-level design to iteratively design, critique, and refine MAS configurations.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05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THEORETICAL FRAMEWORK &amp; CORE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System Architecture: </a:t>
            </a:r>
            <a:r>
              <a:rPr sz="1350">
                <a:solidFill>
                  <a:srgbClr val="334155"/>
                </a:solidFill>
                <a:latin typeface="Calibri"/>
              </a:rPr>
              <a:t>Meta-agent decomposes tasks and assigns sub-MAS from predefined building blocks.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Core Methodology: </a:t>
            </a:r>
            <a:r>
              <a:rPr sz="1350">
                <a:solidFill>
                  <a:srgbClr val="334155"/>
                </a:solidFill>
                <a:latin typeface="Calibri"/>
              </a:rPr>
              <a:t>Meta-feedback loop evaluates solvability and completeness to refine agent connections.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DATA FLOW &amp; ARCHITECTURAL MECHANICS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Data Flow &amp; Pipeline: </a:t>
            </a:r>
            <a:r>
              <a:rPr sz="1350">
                <a:solidFill>
                  <a:srgbClr val="334155"/>
                </a:solidFill>
                <a:latin typeface="Calibri"/>
              </a:rPr>
              <a:t>Inputs are decomposed into sub-tasks, processed by sub-MAS, and aggregated.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Design Philosophy: </a:t>
            </a:r>
            <a:r>
              <a:rPr sz="1350">
                <a:solidFill>
                  <a:srgbClr val="334155"/>
                </a:solidFill>
                <a:latin typeface="Calibri"/>
              </a:rPr>
              <a:t>Balances exploration with improvement by restricting agents to provided building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Algorithmic Details &amp; 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The system uses code templates and specific building blocks like CoT, Debate, and Self-Refine.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06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ALGORITHMIC MECHANICS &amp;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Core Algorithm: </a:t>
            </a:r>
            <a:r>
              <a:rPr sz="1350">
                <a:solidFill>
                  <a:srgbClr val="334155"/>
                </a:solidFill>
                <a:latin typeface="Calibri"/>
              </a:rPr>
              <a:t>Meta-Design prompt guides task decomposition and sub-MAS assignment for each sub-task.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Loss Functions &amp; Formulations: </a:t>
            </a:r>
            <a:r>
              <a:rPr sz="1350">
                <a:solidFill>
                  <a:srgbClr val="334155"/>
                </a:solidFill>
                <a:latin typeface="Calibri"/>
              </a:rPr>
              <a:t>No explicit loss; relies on LLM-based critique for solvability and completeness.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SYSTEM PIPELINE &amp; COMPUTATIONAL 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Hyperparameters &amp; Dynamics: </a:t>
            </a:r>
            <a:r>
              <a:rPr sz="1350">
                <a:solidFill>
                  <a:srgbClr val="334155"/>
                </a:solidFill>
                <a:latin typeface="Calibri"/>
              </a:rPr>
              <a:t>Adjustable parameters include temperature, number of debate rounds, and agent roles.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Implementation Highlights: </a:t>
            </a:r>
            <a:r>
              <a:rPr sz="1350">
                <a:solidFill>
                  <a:srgbClr val="334155"/>
                </a:solidFill>
                <a:latin typeface="Calibri"/>
              </a:rPr>
              <a:t>Uses code templates for forward functions, ensuring executable and grounded agent configurations.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Experimental Setup, Datasets &amp;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Experiments span reasoning, coding, and agentic benchmarks using closed and open-source LLMs.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BENCHMARK DATASETS &amp; HARDWARE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Benchmark Datasets: </a:t>
            </a:r>
            <a:r>
              <a:rPr sz="1350">
                <a:solidFill>
                  <a:srgbClr val="334155"/>
                </a:solidFill>
                <a:latin typeface="Calibri"/>
              </a:rPr>
              <a:t>Reasoning (math, graduate-level QA), coding, and agentic (search-based) benchmarks.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Baseline Models: </a:t>
            </a:r>
            <a:r>
              <a:rPr sz="1350">
                <a:solidFill>
                  <a:srgbClr val="334155"/>
                </a:solidFill>
                <a:latin typeface="Calibri"/>
              </a:rPr>
              <a:t>Strong manual and automatic MAS baselines, including CoT, Debate, and Self-Refine.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BASELINES &amp; EVALUATION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Evaluation Metrics: </a:t>
            </a:r>
            <a:r>
              <a:rPr sz="1500">
                <a:solidFill>
                  <a:srgbClr val="334155"/>
                </a:solidFill>
                <a:latin typeface="Calibri"/>
              </a:rPr>
              <a:t>Average accuracy improvements across reasoning, coding, and agentic task categories.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Hardware &amp; Environment: </a:t>
            </a:r>
            <a:r>
              <a:rPr sz="1500">
                <a:solidFill>
                  <a:srgbClr val="334155"/>
                </a:solidFill>
                <a:latin typeface="Calibri"/>
              </a:rPr>
              <a:t>Closed-source and open-source LLM backbones of varying sizes utilized.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EMPIRICAL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Empirical Results &amp; Quantitative Benchmark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MAS-ZERO achieves substantial accuracy improvements while maintaining cost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PRIMARY BENCHMARK FINDINGS &amp;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Performance: </a:t>
            </a:r>
            <a:r>
              <a:rPr sz="1500">
                <a:solidFill>
                  <a:srgbClr val="334155"/>
                </a:solidFill>
                <a:latin typeface="Calibri"/>
              </a:rPr>
              <a:t>Up to 16.69% average accuracy improvement on reasoning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Direct Baseline Comparison: </a:t>
            </a:r>
            <a:r>
              <a:rPr sz="1500">
                <a:solidFill>
                  <a:srgbClr val="334155"/>
                </a:solidFill>
                <a:latin typeface="Calibri"/>
              </a:rPr>
              <a:t>16.66% improvement on coding and 5.45% on agentic tasks over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ANALYSIS &amp; SOTA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Efficiency Metrics: </a:t>
            </a:r>
            <a:r>
              <a:rPr sz="1500">
                <a:solidFill>
                  <a:srgbClr val="334155"/>
                </a:solidFill>
                <a:latin typeface="Calibri"/>
              </a:rPr>
              <a:t>Maintains cost efficiency compared to more complex manual or tuned systems.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Empirical Significance: </a:t>
            </a:r>
            <a:r>
              <a:rPr sz="1500">
                <a:solidFill>
                  <a:srgbClr val="334155"/>
                </a:solidFill>
                <a:latin typeface="Calibri"/>
              </a:rPr>
              <a:t>Outperforms strong manual and automatic MAS baselines across all tested domains.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Comparative Analysis &amp; Ablation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Dynamic decomposition and meta-feedback are critical for outperforming static MAS designs.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09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PRIMARY BENCHMARK FINDINGS &amp;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Ablation Findings: </a:t>
            </a:r>
            <a:r>
              <a:rPr sz="1350">
                <a:solidFill>
                  <a:srgbClr val="334155"/>
                </a:solidFill>
                <a:latin typeface="Calibri"/>
              </a:rPr>
              <a:t>Meta-feedback on solvability and completeness drives iterative refinement of MAS designs.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Sensitivity Analysis: </a:t>
            </a:r>
            <a:r>
              <a:rPr sz="1350">
                <a:solidFill>
                  <a:srgbClr val="334155"/>
                </a:solidFill>
                <a:latin typeface="Calibri"/>
              </a:rPr>
              <a:t>Performance robust across closed and open-source LLM backbones of varying sizes.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ANALYSIS &amp; SOTA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Failure Cases &amp; Outliers: </a:t>
            </a:r>
            <a:r>
              <a:rPr sz="1350">
                <a:solidFill>
                  <a:srgbClr val="334155"/>
                </a:solidFill>
                <a:latin typeface="Calibri"/>
              </a:rPr>
              <a:t>Static designs fail to adapt, whereas MAS-ZERO reduces to simpler systems when appropriate.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Convergence Behavior: </a:t>
            </a:r>
            <a:r>
              <a:rPr sz="1350">
                <a:solidFill>
                  <a:srgbClr val="334155"/>
                </a:solidFill>
                <a:latin typeface="Calibri"/>
              </a:rPr>
              <a:t>Iterative design process stabilizes through meta-agent critique and parameter adjustment.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RESEARCH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Novel Contributions &amp; Key Technical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MAS-ZERO is the first self-evolved, inference-time framework for automatic MAS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ALGORITHMIC MECHANICS &amp;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Primary Innovation: </a:t>
            </a:r>
            <a:r>
              <a:rPr sz="1350">
                <a:solidFill>
                  <a:srgbClr val="334155"/>
                </a:solidFill>
                <a:latin typeface="Calibri"/>
              </a:rPr>
              <a:t>First framework to design MAS configurations at inference time without validation sets.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Theoretical Advance: </a:t>
            </a:r>
            <a:r>
              <a:rPr sz="1350">
                <a:solidFill>
                  <a:srgbClr val="334155"/>
                </a:solidFill>
                <a:latin typeface="Calibri"/>
              </a:rPr>
              <a:t>Introduces meta-level design with dynamic problem decomposition and agent composition.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SYSTEM PIPELINE &amp; COMPUTATIONAL 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Practical Utility: </a:t>
            </a:r>
            <a:r>
              <a:rPr sz="1500">
                <a:solidFill>
                  <a:srgbClr val="334155"/>
                </a:solidFill>
                <a:latin typeface="Calibri"/>
              </a:rPr>
              <a:t>Enables reduction to simpler systems, optimizing cost and complexity per instance.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Scholarly Impact: </a:t>
            </a:r>
            <a:r>
              <a:rPr sz="1500">
                <a:solidFill>
                  <a:srgbClr val="334155"/>
                </a:solidFill>
                <a:latin typeface="Calibri"/>
              </a:rPr>
              <a:t>Advances the state of the art in automatic multi-agent system configuration.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Limitations, Conclusion &amp; 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MAS-ZERO offers a robust, adaptive approach to multi-agent system design for complex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11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SYNTHESIS OF EMPIRICAL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Identified Limitations: </a:t>
            </a:r>
            <a:r>
              <a:rPr sz="1350">
                <a:solidFill>
                  <a:srgbClr val="334155"/>
                </a:solidFill>
                <a:latin typeface="Calibri"/>
              </a:rPr>
              <a:t>Focuses on LLM-to-LLM communication, excluding external environmental tools.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Summary of Findings: </a:t>
            </a:r>
            <a:r>
              <a:rPr sz="1350">
                <a:solidFill>
                  <a:srgbClr val="334155"/>
                </a:solidFill>
                <a:latin typeface="Calibri"/>
              </a:rPr>
              <a:t>Demonstrates superior accuracy and efficiency over manual and static automatic MAS.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LIMITATIONS &amp; FUTURE RESEARCH 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Immediate Future Work: </a:t>
            </a:r>
            <a:r>
              <a:rPr sz="1350">
                <a:solidFill>
                  <a:srgbClr val="334155"/>
                </a:solidFill>
                <a:latin typeface="Calibri"/>
              </a:rPr>
              <a:t>Extending the framework to incorporate external tools and broader agent roles.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Long-term Vision: </a:t>
            </a:r>
            <a:r>
              <a:rPr sz="1350">
                <a:solidFill>
                  <a:srgbClr val="334155"/>
                </a:solidFill>
                <a:latin typeface="Calibri"/>
              </a:rPr>
              <a:t>Enabling fully autonomous, self-evolving agent ecosystems for diverse real-world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