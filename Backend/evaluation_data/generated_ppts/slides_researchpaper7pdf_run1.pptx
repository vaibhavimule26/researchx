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 will present MAS-ZERO, a novel framework for automatic multi-agent system design that operates without supervision.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multi-agent systems rely on static, manual designs that fail to adapt to specific problem instances. We address this by enabling dynamic, inference-time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primary goal is to create a self-evolved framework that designs MAS configurations dynamically. This eliminates the need for validation sets during the design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Previous work relies on static, handcrafted designs or automatic methods requiring validation data. MAS-ZERO bridges this gap by enabling inference-time adaptability.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 uses a meta-agent to decompose problems and assign building blocks. It iteratively refines designs based on solvability and completeness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uses a code template to generate MAS configurations. It adjusts parameters like temperature and debate rounds within predefined building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evaluated MAS-ZERO on reasoning, coding, and agentic benchmarks. Experiments used both closed-source and open-source LLM backbones of varying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 demonstrates substantial accuracy improvements, reaching 16.69% on reasoning tasks. It also shows significant gains in coding and agentic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Ablations confirm that meta-feedback is essential for performance. The system remains robust across different LLM sizes and task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first self-evolved, inference-time framework for automatic MAS design. It eliminates the need for validation sets and manual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focused on LLM-to-LLM communication, future work will integrate external tools. This framework paves the way for more adaptive, real-world MAS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5303520" cy="3840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F46E5"/>
                </a:solidFill>
                <a:latin typeface="Calibri"/>
              </a:rPr>
              <a:t>RESEARCHX • FINAL-YEAR PROJECT DEFENSE &amp;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MAS-ZERO: Designing Multi-Agent Systems with Zero Supervision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Comprehensive investigation and evaluation presented for academic defense.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46120"/>
            <a:ext cx="51206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246120"/>
            <a:ext cx="512064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4F46E5"/>
                </a:solidFill>
                <a:latin typeface="Calibri"/>
              </a:rPr>
              <a:t>RESEARCH IDENTITY &amp; INVESTIGATORS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49039"/>
            <a:ext cx="46634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Paper Title: </a:t>
            </a:r>
            <a:r>
              <a:rPr sz="1500">
                <a:solidFill>
                  <a:srgbClr val="334155"/>
                </a:solidFill>
                <a:latin typeface="Calibri"/>
              </a:rPr>
              <a:t>MAS-ZERO: Designing Multi-Agent Systems with Zero Supervision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Authors &amp; Affiliation: </a:t>
            </a:r>
            <a:r>
              <a:rPr sz="1500">
                <a:solidFill>
                  <a:srgbClr val="334155"/>
                </a:solidFill>
                <a:latin typeface="Calibri"/>
              </a:rPr>
              <a:t>Zixuan Ke, Austin Xu, Yifei Ming, Xuan-Phi Nguyen, Ryan Chin, Caiming Xiong, Shafiq Joty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3246120"/>
            <a:ext cx="51206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3246120"/>
            <a:ext cx="512064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TARGET VENUE &amp; CORE 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695" y="3749039"/>
            <a:ext cx="46634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Target Venue / Domain: </a:t>
            </a:r>
            <a:r>
              <a:rPr sz="1350">
                <a:solidFill>
                  <a:srgbClr val="334155"/>
                </a:solidFill>
                <a:latin typeface="Calibri"/>
              </a:rPr>
              <a:t>NeurIPS 2025 Workshop: Scaling Environments for Agents (SEA)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Core Research Theme: </a:t>
            </a:r>
            <a:r>
              <a:rPr sz="1350">
                <a:solidFill>
                  <a:srgbClr val="334155"/>
                </a:solidFill>
                <a:latin typeface="Calibri"/>
              </a:rPr>
              <a:t>Self-evolved, inference-time framework for automatic multi-agent system design without validation sets.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 b="1">
                <a:solidFill>
                  <a:srgbClr val="0F172A"/>
                </a:solidFill>
                <a:latin typeface="Calibri"/>
              </a:rPr>
              <a:t>             •             Slide 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RESEARCH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Research Motivation &amp; Real-World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Manual MAS designs fail to adapt to novel tasks and LLM strengths.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02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SCIENTIFIC CHALLENGES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Scientific Challenge: </a:t>
            </a:r>
            <a:r>
              <a:rPr sz="1350">
                <a:solidFill>
                  <a:srgbClr val="334155"/>
                </a:solidFill>
                <a:latin typeface="Calibri"/>
              </a:rPr>
              <a:t>Standalone LLMs struggle with intricate problems requiring complex reasoning and multi-step collaboration.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Industry &amp; Academic Urgency: </a:t>
            </a:r>
            <a:r>
              <a:rPr sz="1350">
                <a:solidFill>
                  <a:srgbClr val="334155"/>
                </a:solidFill>
                <a:latin typeface="Calibri"/>
              </a:rPr>
              <a:t>Manual MAS designs often misalign with underlying LLM capabilities and lack task adaptability.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INDUSTRY URGENCY &amp; RESEARCH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Critical Bottleneck: </a:t>
            </a:r>
            <a:r>
              <a:rPr sz="1350">
                <a:solidFill>
                  <a:srgbClr val="334155"/>
                </a:solidFill>
                <a:latin typeface="Calibri"/>
              </a:rPr>
              <a:t>Existing automatic MAS approaches require validation sets and yield static, non-adaptive architectures.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Research Opportunity: </a:t>
            </a:r>
            <a:r>
              <a:rPr sz="1350">
                <a:solidFill>
                  <a:srgbClr val="334155"/>
                </a:solidFill>
                <a:latin typeface="Calibri"/>
              </a:rPr>
              <a:t>Enabling dynamic, instance-specific MAS design at inference time without external tuning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Problem Formulation &amp; Core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Calibri"/>
              </a:rPr>
              <a:t>Designing adaptive MAS configurations tailored to each problem instance without validation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03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PROBLEM FORMULATION &amp;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Primary Objective: </a:t>
            </a:r>
            <a:r>
              <a:rPr sz="1500">
                <a:solidFill>
                  <a:srgbClr val="334155"/>
                </a:solidFill>
                <a:latin typeface="Calibri"/>
              </a:rPr>
              <a:t>Develop a self-evolved framework for automatic MAS design at inference time.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Secondary Aims: </a:t>
            </a:r>
            <a:r>
              <a:rPr sz="1500">
                <a:solidFill>
                  <a:srgbClr val="334155"/>
                </a:solidFill>
                <a:latin typeface="Calibri"/>
              </a:rPr>
              <a:t>Enable dynamic problem decomposition and agent composition via meta-feedback mechanisms.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CORE RESEARCH OBJECTIVES &amp; 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Theoretical Scope: </a:t>
            </a:r>
            <a:r>
              <a:rPr sz="1350">
                <a:solidFill>
                  <a:srgbClr val="334155"/>
                </a:solidFill>
                <a:latin typeface="Calibri"/>
              </a:rPr>
              <a:t>Focuses on LLM-to-LLM communication, excluding external environmental tools in this study.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Expected Outcome: </a:t>
            </a:r>
            <a:r>
              <a:rPr sz="1350">
                <a:solidFill>
                  <a:srgbClr val="334155"/>
                </a:solidFill>
                <a:latin typeface="Calibri"/>
              </a:rPr>
              <a:t>A system that outperforms manual baselines while maintaining cost efficiency across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LITERATURE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Related Work &amp; Limitations of Existing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Prior methods lack adaptability and require validation sets for tuning.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04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STATE-OF-THE-ART &amp; PRIOR APPROACHES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Foundational Approaches: </a:t>
            </a:r>
            <a:r>
              <a:rPr sz="1350">
                <a:solidFill>
                  <a:srgbClr val="334155"/>
                </a:solidFill>
                <a:latin typeface="Calibri"/>
              </a:rPr>
              <a:t>Handcrafted MAS with human-defined roles and inter-agent communication protocols.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Inherent Constraints: </a:t>
            </a:r>
            <a:r>
              <a:rPr sz="1350">
                <a:solidFill>
                  <a:srgbClr val="334155"/>
                </a:solidFill>
                <a:latin typeface="Calibri"/>
              </a:rPr>
              <a:t>Static MAS designs cannot adapt to novel tasks or specific problem complexities.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CRITICAL BOTTLENECKS &amp; BRIDGED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Efficiency Bottlenecks: </a:t>
            </a:r>
            <a:r>
              <a:rPr sz="1350">
                <a:solidFill>
                  <a:srgbClr val="334155"/>
                </a:solidFill>
                <a:latin typeface="Calibri"/>
              </a:rPr>
              <a:t>Automatic MAS approaches typically necessitate validation sets for hyperparameter tuning.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Identified Research Gap: </a:t>
            </a:r>
            <a:r>
              <a:rPr sz="1350">
                <a:solidFill>
                  <a:srgbClr val="334155"/>
                </a:solidFill>
                <a:latin typeface="Calibri"/>
              </a:rPr>
              <a:t>Lack of inference-time adaptability and flexibility to reduce to simpler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Proposed Architecture &amp; Theoretical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Meta-level design iteratively designs, critiques, and refines MAS configurations.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05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THEORETICAL FRAMEWORK &amp; CORE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System Architecture: </a:t>
            </a:r>
            <a:r>
              <a:rPr sz="1350">
                <a:solidFill>
                  <a:srgbClr val="334155"/>
                </a:solidFill>
                <a:latin typeface="Calibri"/>
              </a:rPr>
              <a:t>Meta-agent decomposes tasks and assigns sub-MAS from predefined building blocks.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Core Methodology: </a:t>
            </a:r>
            <a:r>
              <a:rPr sz="1350">
                <a:solidFill>
                  <a:srgbClr val="334155"/>
                </a:solidFill>
                <a:latin typeface="Calibri"/>
              </a:rPr>
              <a:t>Meta-feedback loop evaluates solvability and completeness of candidate MAS designs.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DATA FLOW &amp; ARCHITECTURAL MECHANICS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Data Flow &amp; Pipeline: </a:t>
            </a:r>
            <a:r>
              <a:rPr sz="1350">
                <a:solidFill>
                  <a:srgbClr val="334155"/>
                </a:solidFill>
                <a:latin typeface="Calibri"/>
              </a:rPr>
              <a:t>Dynamic decomposition into interdependent sub-tasks, each solved by tailored sub-MAS.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Design Philosophy: </a:t>
            </a:r>
            <a:r>
              <a:rPr sz="1350">
                <a:solidFill>
                  <a:srgbClr val="334155"/>
                </a:solidFill>
                <a:latin typeface="Calibri"/>
              </a:rPr>
              <a:t>Balances exploration with improvement by modifying connections and parameters of existing blocks.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Algorithmic Details &amp; 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Calibri"/>
              </a:rPr>
              <a:t>Code template aids MAS generation using specific forward functions for building blocks.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06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ALGORITHMIC MECHANICS &amp;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Core Algorithm: </a:t>
            </a:r>
            <a:r>
              <a:rPr sz="1350">
                <a:solidFill>
                  <a:srgbClr val="334155"/>
                </a:solidFill>
                <a:latin typeface="Calibri"/>
              </a:rPr>
              <a:t>Meta-Design prompt guides task decomposition and sub-MAS assignment without inventing new blocks.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Loss Functions &amp; Formulations: </a:t>
            </a:r>
            <a:r>
              <a:rPr sz="1350">
                <a:solidFill>
                  <a:srgbClr val="334155"/>
                </a:solidFill>
                <a:latin typeface="Calibri"/>
              </a:rPr>
              <a:t>No explicit loss; relies on LLM-based critique for solvability and completeness.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SYSTEM PIPELINE &amp; COMPUTATIONAL PROTOCOLS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Hyperparameters &amp; Dynamics: </a:t>
            </a:r>
            <a:r>
              <a:rPr sz="1350">
                <a:solidFill>
                  <a:srgbClr val="334155"/>
                </a:solidFill>
                <a:latin typeface="Calibri"/>
              </a:rPr>
              <a:t>Adjusts temperature and debate rounds; uses CoT, CoT-SC, Self-Refine, Debate blocks.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Implementation Highlights: </a:t>
            </a:r>
            <a:r>
              <a:rPr sz="1350">
                <a:solidFill>
                  <a:srgbClr val="334155"/>
                </a:solidFill>
                <a:latin typeface="Calibri"/>
              </a:rPr>
              <a:t>Python code template with `LLMAgentBase` class for standardized agent interaction.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Experimental Setup, Datasets &amp;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Calibri"/>
              </a:rPr>
              <a:t>Evaluation across reasoning, coding, and agentic benchmarks using varied LLM backbones.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07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BENCHMARK DATASETS &amp; HARDWARE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Benchmark Datasets: </a:t>
            </a:r>
            <a:r>
              <a:rPr sz="1350">
                <a:solidFill>
                  <a:srgbClr val="334155"/>
                </a:solidFill>
                <a:latin typeface="Calibri"/>
              </a:rPr>
              <a:t>Reasoning (math, graduate-level QA), coding, and agentic (search-based) benchmarks.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Baseline Models: </a:t>
            </a:r>
            <a:r>
              <a:rPr sz="1350">
                <a:solidFill>
                  <a:srgbClr val="334155"/>
                </a:solidFill>
                <a:latin typeface="Calibri"/>
              </a:rPr>
              <a:t>Strong manual and automatic MAS baselines, including CoT, Debate, and Self-Refine.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COMPARATIVE BASELINES &amp; EVALUATION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Evaluation Metrics: </a:t>
            </a:r>
            <a:r>
              <a:rPr sz="1500">
                <a:solidFill>
                  <a:srgbClr val="334155"/>
                </a:solidFill>
                <a:latin typeface="Calibri"/>
              </a:rPr>
              <a:t>Average accuracy improvements and cost efficiency across task categories.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Hardware &amp; Environment: </a:t>
            </a:r>
            <a:r>
              <a:rPr sz="1500">
                <a:solidFill>
                  <a:srgbClr val="334155"/>
                </a:solidFill>
                <a:latin typeface="Calibri"/>
              </a:rPr>
              <a:t>Closed-source and open-source LLM backbones of varying sizes.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EMPIRICAL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Empirical Results &amp; Quantitative Benchmark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MAS-ZERO achieves up to 16.69% accuracy improvement on reasoning tasks.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08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PRIMARY BENCHMARK FINDINGS &amp;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Primary Performance: </a:t>
            </a:r>
            <a:r>
              <a:rPr sz="1500">
                <a:solidFill>
                  <a:srgbClr val="334155"/>
                </a:solidFill>
                <a:latin typeface="Calibri"/>
              </a:rPr>
              <a:t>Up to 16.69% average accuracy improvement on reasoning tasks.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Direct Baseline Comparison: </a:t>
            </a:r>
            <a:r>
              <a:rPr sz="1500">
                <a:solidFill>
                  <a:srgbClr val="334155"/>
                </a:solidFill>
                <a:latin typeface="Calibri"/>
              </a:rPr>
              <a:t>16.66% improvement on coding and 5.45% on agentic tasks over baselines.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COMPARATIVE ANALYSIS &amp; SOTA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Efficiency Metrics: </a:t>
            </a:r>
            <a:r>
              <a:rPr sz="1500">
                <a:solidFill>
                  <a:srgbClr val="334155"/>
                </a:solidFill>
                <a:latin typeface="Calibri"/>
              </a:rPr>
              <a:t>Maintains cost efficiency while outperforming strong manual and automatic baselines.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Empirical Significance: </a:t>
            </a:r>
            <a:r>
              <a:rPr sz="1500">
                <a:solidFill>
                  <a:srgbClr val="334155"/>
                </a:solidFill>
                <a:latin typeface="Calibri"/>
              </a:rPr>
              <a:t>Consistent gains across diverse task types and LLM backbone sizes.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Comparative Analysis &amp; Ablation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Dynamic decomposition and meta-feedback drive performance gains over static designs.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09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PRIMARY BENCHMARK FINDINGS &amp;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Ablation Findings: </a:t>
            </a:r>
            <a:r>
              <a:rPr sz="1500">
                <a:solidFill>
                  <a:srgbClr val="334155"/>
                </a:solidFill>
                <a:latin typeface="Calibri"/>
              </a:rPr>
              <a:t>Meta-feedback on solvability and completeness is critical for effective MAS design.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Sensitivity Analysis: </a:t>
            </a:r>
            <a:r>
              <a:rPr sz="1500">
                <a:solidFill>
                  <a:srgbClr val="334155"/>
                </a:solidFill>
                <a:latin typeface="Calibri"/>
              </a:rPr>
              <a:t>Performance robust across varying LLM backbone sizes and task complexities.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COMPARATIVE ANALYSIS &amp; SOTA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Failure Cases &amp; Outliers: </a:t>
            </a:r>
            <a:r>
              <a:rPr sz="1500">
                <a:solidFill>
                  <a:srgbClr val="334155"/>
                </a:solidFill>
                <a:latin typeface="Calibri"/>
              </a:rPr>
              <a:t>Static designs fail on novel tasks where dynamic adaptation is required.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Convergence Behavior: </a:t>
            </a:r>
            <a:r>
              <a:rPr sz="1500">
                <a:solidFill>
                  <a:srgbClr val="334155"/>
                </a:solidFill>
                <a:latin typeface="Calibri"/>
              </a:rPr>
              <a:t>Iterative refinement leads to stable, high-performing MAS configurations.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RESEARCH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Novel Contributions &amp; Key Technical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First self-evolved, inference-time framework for automatic MAS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10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ALGORITHMIC MECHANICS &amp;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Primary Innovation: </a:t>
            </a:r>
            <a:r>
              <a:rPr sz="1500">
                <a:solidFill>
                  <a:srgbClr val="334155"/>
                </a:solidFill>
                <a:latin typeface="Calibri"/>
              </a:rPr>
              <a:t>Zero-supervision, inference-time MAS design without validation sets.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Theoretical Advance: </a:t>
            </a:r>
            <a:r>
              <a:rPr sz="1500">
                <a:solidFill>
                  <a:srgbClr val="334155"/>
                </a:solidFill>
                <a:latin typeface="Calibri"/>
              </a:rPr>
              <a:t>Meta-level design enabling dynamic problem decomposition and agent composition.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SYSTEM PIPELINE &amp; COMPUTATIONAL PROTOCOLS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Practical Utility: </a:t>
            </a:r>
            <a:r>
              <a:rPr sz="1500">
                <a:solidFill>
                  <a:srgbClr val="334155"/>
                </a:solidFill>
                <a:latin typeface="Calibri"/>
              </a:rPr>
              <a:t>Reduces manual effort and adapts to novel tasks without retraining.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Scholarly Impact: </a:t>
            </a:r>
            <a:r>
              <a:rPr sz="1500">
                <a:solidFill>
                  <a:srgbClr val="334155"/>
                </a:solidFill>
                <a:latin typeface="Calibri"/>
              </a:rPr>
              <a:t>Advances the state of the art in adaptive multi-agent system 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Limitations, Conclusion &amp; Future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Focuses on LLM-to-LLM communication; future work may include external tools.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11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SYNTHESIS OF EMPIRICAL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Identified Limitations: </a:t>
            </a:r>
            <a:r>
              <a:rPr sz="1500">
                <a:solidFill>
                  <a:srgbClr val="334155"/>
                </a:solidFill>
                <a:latin typeface="Calibri"/>
              </a:rPr>
              <a:t>Current study focuses on LLM-to-LLM communication, excluding external tools.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Summary of Findings: </a:t>
            </a:r>
            <a:r>
              <a:rPr sz="1500">
                <a:solidFill>
                  <a:srgbClr val="334155"/>
                </a:solidFill>
                <a:latin typeface="Calibri"/>
              </a:rPr>
              <a:t>MAS-ZERO outperforms baselines with improved accuracy and cost efficiency.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LIMITATIONS &amp; FUTURE RESEARCH 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Immediate Future Work: </a:t>
            </a:r>
            <a:r>
              <a:rPr sz="1500">
                <a:solidFill>
                  <a:srgbClr val="334155"/>
                </a:solidFill>
                <a:latin typeface="Calibri"/>
              </a:rPr>
              <a:t>Integrating external environmental tools into the MAS design process.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Long-term Vision: </a:t>
            </a:r>
            <a:r>
              <a:rPr sz="1500">
                <a:solidFill>
                  <a:srgbClr val="334155"/>
                </a:solidFill>
                <a:latin typeface="Calibri"/>
              </a:rPr>
              <a:t>Broader application of adaptive MAS in complex, real-world problem solving.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